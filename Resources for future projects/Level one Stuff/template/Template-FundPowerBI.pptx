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8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9" d="100"/>
          <a:sy n="99" d="100"/>
        </p:scale>
        <p:origin x="404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111338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20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19" Type="http://schemas.openxmlformats.org/officeDocument/2006/relationships/image" Target="../media/image17.png"/><Relationship Id="rId4" Type="http://schemas.openxmlformats.org/officeDocument/2006/relationships/image" Target="../media/image2.sv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7ED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0" y="0"/>
            <a:ext cx="12211050" cy="2305050"/>
          </a:xfrm>
          <a:prstGeom prst="rect">
            <a:avLst/>
          </a:prstGeom>
        </p:spPr>
      </p:pic>
      <p:pic>
        <p:nvPicPr>
          <p:cNvPr id="3" name="Object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-27703" y="-6640"/>
            <a:ext cx="12192000" cy="2305050"/>
          </a:xfrm>
          <a:prstGeom prst="rect">
            <a:avLst/>
          </a:prstGeom>
        </p:spPr>
      </p:pic>
      <p:pic>
        <p:nvPicPr>
          <p:cNvPr id="4" name="Object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09600" y="404991"/>
            <a:ext cx="752475" cy="599717"/>
          </a:xfrm>
          <a:prstGeom prst="rect">
            <a:avLst/>
          </a:prstGeom>
        </p:spPr>
      </p:pic>
      <p:pic>
        <p:nvPicPr>
          <p:cNvPr id="5" name="Object 4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7267575" y="361950"/>
            <a:ext cx="1314450" cy="304800"/>
          </a:xfrm>
          <a:prstGeom prst="rect">
            <a:avLst/>
          </a:prstGeom>
        </p:spPr>
      </p:pic>
      <p:pic>
        <p:nvPicPr>
          <p:cNvPr id="6" name="Object 5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47625" y="3829050"/>
            <a:ext cx="2000250" cy="1323975"/>
          </a:xfrm>
          <a:prstGeom prst="rect">
            <a:avLst/>
          </a:prstGeom>
        </p:spPr>
      </p:pic>
      <p:pic>
        <p:nvPicPr>
          <p:cNvPr id="7" name="Object 6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123825" y="3857625"/>
            <a:ext cx="1857375" cy="1085850"/>
          </a:xfrm>
          <a:prstGeom prst="rect">
            <a:avLst/>
          </a:prstGeom>
        </p:spPr>
      </p:pic>
      <p:pic>
        <p:nvPicPr>
          <p:cNvPr id="8" name="Object 7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47625" y="2600325"/>
            <a:ext cx="2000250" cy="1323975"/>
          </a:xfrm>
          <a:prstGeom prst="rect">
            <a:avLst/>
          </a:prstGeom>
        </p:spPr>
      </p:pic>
      <p:pic>
        <p:nvPicPr>
          <p:cNvPr id="9" name="Object 8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123825" y="2505075"/>
            <a:ext cx="1857375" cy="1323975"/>
          </a:xfrm>
          <a:prstGeom prst="rect">
            <a:avLst/>
          </a:prstGeom>
        </p:spPr>
      </p:pic>
      <p:pic>
        <p:nvPicPr>
          <p:cNvPr id="10" name="Object 9" descr="preencoded.png"/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47625" y="1371600"/>
            <a:ext cx="2000250" cy="1323975"/>
          </a:xfrm>
          <a:prstGeom prst="rect">
            <a:avLst/>
          </a:prstGeom>
        </p:spPr>
      </p:pic>
      <p:pic>
        <p:nvPicPr>
          <p:cNvPr id="11" name="Object 10" descr="preencoded.png"/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123825" y="1400175"/>
            <a:ext cx="1857375" cy="1085850"/>
          </a:xfrm>
          <a:prstGeom prst="rect">
            <a:avLst/>
          </a:prstGeom>
        </p:spPr>
      </p:pic>
      <p:pic>
        <p:nvPicPr>
          <p:cNvPr id="12" name="Object 11" descr="preencoded.png"/>
          <p:cNvPicPr>
            <a:picLocks noChangeAspect="1"/>
          </p:cNvPicPr>
          <p:nvPr/>
        </p:nvPicPr>
        <p:blipFill>
          <a:blip r:embed="rId15"/>
          <a:srcRect/>
          <a:stretch/>
        </p:blipFill>
        <p:spPr>
          <a:xfrm>
            <a:off x="4933950" y="733425"/>
            <a:ext cx="3486150" cy="3257550"/>
          </a:xfrm>
          <a:prstGeom prst="rect">
            <a:avLst/>
          </a:prstGeom>
        </p:spPr>
      </p:pic>
      <p:pic>
        <p:nvPicPr>
          <p:cNvPr id="13" name="Object 12" descr="preencoded.png"/>
          <p:cNvPicPr>
            <a:picLocks noChangeAspect="1"/>
          </p:cNvPicPr>
          <p:nvPr/>
        </p:nvPicPr>
        <p:blipFill>
          <a:blip r:embed="rId16"/>
          <a:srcRect/>
          <a:stretch/>
        </p:blipFill>
        <p:spPr>
          <a:xfrm>
            <a:off x="8039100" y="733425"/>
            <a:ext cx="4152900" cy="3257550"/>
          </a:xfrm>
          <a:prstGeom prst="rect">
            <a:avLst/>
          </a:prstGeom>
        </p:spPr>
      </p:pic>
      <p:pic>
        <p:nvPicPr>
          <p:cNvPr id="14" name="Object 13" descr="preencoded.png"/>
          <p:cNvPicPr>
            <a:picLocks noChangeAspect="1"/>
          </p:cNvPicPr>
          <p:nvPr/>
        </p:nvPicPr>
        <p:blipFill>
          <a:blip r:embed="rId17"/>
          <a:srcRect/>
          <a:stretch/>
        </p:blipFill>
        <p:spPr>
          <a:xfrm>
            <a:off x="4933950" y="3609975"/>
            <a:ext cx="3486150" cy="3248025"/>
          </a:xfrm>
          <a:prstGeom prst="rect">
            <a:avLst/>
          </a:prstGeom>
        </p:spPr>
      </p:pic>
      <p:pic>
        <p:nvPicPr>
          <p:cNvPr id="15" name="Object 14" descr="preencoded.png"/>
          <p:cNvPicPr>
            <a:picLocks noChangeAspect="1"/>
          </p:cNvPicPr>
          <p:nvPr/>
        </p:nvPicPr>
        <p:blipFill>
          <a:blip r:embed="rId18"/>
          <a:srcRect/>
          <a:stretch/>
        </p:blipFill>
        <p:spPr>
          <a:xfrm>
            <a:off x="8039100" y="3633319"/>
            <a:ext cx="4152900" cy="3248025"/>
          </a:xfrm>
          <a:prstGeom prst="rect">
            <a:avLst/>
          </a:prstGeom>
        </p:spPr>
      </p:pic>
      <p:pic>
        <p:nvPicPr>
          <p:cNvPr id="16" name="Object 15" descr="preencoded.png"/>
          <p:cNvPicPr>
            <a:picLocks noChangeAspect="1"/>
          </p:cNvPicPr>
          <p:nvPr/>
        </p:nvPicPr>
        <p:blipFill>
          <a:blip r:embed="rId17"/>
          <a:srcRect/>
          <a:stretch/>
        </p:blipFill>
        <p:spPr>
          <a:xfrm>
            <a:off x="1828800" y="3609975"/>
            <a:ext cx="3486150" cy="3248025"/>
          </a:xfrm>
          <a:prstGeom prst="rect">
            <a:avLst/>
          </a:prstGeom>
        </p:spPr>
      </p:pic>
      <p:pic>
        <p:nvPicPr>
          <p:cNvPr id="17" name="Object 16" descr="preencoded.png"/>
          <p:cNvPicPr>
            <a:picLocks noChangeAspect="1"/>
          </p:cNvPicPr>
          <p:nvPr/>
        </p:nvPicPr>
        <p:blipFill>
          <a:blip r:embed="rId15"/>
          <a:srcRect/>
          <a:stretch/>
        </p:blipFill>
        <p:spPr>
          <a:xfrm>
            <a:off x="1828800" y="733425"/>
            <a:ext cx="3486150" cy="3257550"/>
          </a:xfrm>
          <a:prstGeom prst="rect">
            <a:avLst/>
          </a:prstGeom>
        </p:spPr>
      </p:pic>
      <p:pic>
        <p:nvPicPr>
          <p:cNvPr id="18" name="Object 17" descr="preencoded.png"/>
          <p:cNvPicPr>
            <a:picLocks noChangeAspect="1"/>
          </p:cNvPicPr>
          <p:nvPr/>
        </p:nvPicPr>
        <p:blipFill>
          <a:blip r:embed="rId19"/>
          <a:srcRect/>
          <a:stretch/>
        </p:blipFill>
        <p:spPr>
          <a:xfrm>
            <a:off x="123825" y="4857750"/>
            <a:ext cx="2324100" cy="2000250"/>
          </a:xfrm>
          <a:prstGeom prst="rect">
            <a:avLst/>
          </a:prstGeom>
        </p:spPr>
      </p:pic>
      <p:sp>
        <p:nvSpPr>
          <p:cNvPr id="19" name="Object18"/>
          <p:cNvSpPr/>
          <p:nvPr/>
        </p:nvSpPr>
        <p:spPr>
          <a:xfrm>
            <a:off x="7334250" y="409575"/>
            <a:ext cx="119062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ts val="1125"/>
              </a:lnSpc>
            </a:pPr>
            <a:r>
              <a:rPr lang="en-US" sz="750" b="0" i="0" kern="0" spc="30" dirty="0" err="1">
                <a:solidFill>
                  <a:srgbClr val="FFFF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Filtrar</a:t>
            </a:r>
            <a:r>
              <a:rPr lang="en-US" sz="750" b="0" i="0" kern="0" spc="30" dirty="0">
                <a:solidFill>
                  <a:srgbClr val="FFFF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 </a:t>
            </a:r>
            <a:r>
              <a:rPr lang="en-US" sz="750" b="0" i="0" kern="0" spc="30" dirty="0" err="1">
                <a:solidFill>
                  <a:srgbClr val="FFFF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por</a:t>
            </a:r>
            <a:r>
              <a:rPr lang="en-US" sz="750" b="0" i="0" kern="0" spc="30" dirty="0">
                <a:solidFill>
                  <a:srgbClr val="FFFF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 </a:t>
            </a:r>
            <a:r>
              <a:rPr lang="en-US" sz="750" b="0" i="0" kern="0" spc="30" dirty="0" err="1">
                <a:solidFill>
                  <a:srgbClr val="FFFF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período</a:t>
            </a:r>
            <a:endParaRPr lang="en-US" sz="750" dirty="0"/>
          </a:p>
        </p:txBody>
      </p:sp>
      <p:sp>
        <p:nvSpPr>
          <p:cNvPr id="20" name="Object19"/>
          <p:cNvSpPr/>
          <p:nvPr/>
        </p:nvSpPr>
        <p:spPr>
          <a:xfrm>
            <a:off x="2114550" y="371475"/>
            <a:ext cx="3600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ts val="2025"/>
              </a:lnSpc>
            </a:pPr>
            <a:r>
              <a:rPr lang="en-US" sz="1650" b="0" i="0" dirty="0" err="1">
                <a:solidFill>
                  <a:srgbClr val="FFFF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Acompa</a:t>
            </a:r>
            <a:r>
              <a:rPr lang="en-US" sz="1650" dirty="0" err="1">
                <a:solidFill>
                  <a:srgbClr val="FFFF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ñ</a:t>
            </a:r>
            <a:r>
              <a:rPr lang="en-US" sz="1650" b="0" i="0" dirty="0" err="1">
                <a:solidFill>
                  <a:srgbClr val="FFFF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amiento</a:t>
            </a:r>
            <a:r>
              <a:rPr lang="en-US" sz="1650" b="0" i="0" dirty="0">
                <a:solidFill>
                  <a:srgbClr val="FFFF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 de </a:t>
            </a:r>
            <a:r>
              <a:rPr lang="en-US" sz="1650" b="0" i="0" dirty="0" err="1">
                <a:solidFill>
                  <a:srgbClr val="FFFF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ventas</a:t>
            </a:r>
            <a:endParaRPr lang="en-US" sz="1650" dirty="0"/>
          </a:p>
        </p:txBody>
      </p:sp>
      <p:sp>
        <p:nvSpPr>
          <p:cNvPr id="21" name="Object20"/>
          <p:cNvSpPr/>
          <p:nvPr/>
        </p:nvSpPr>
        <p:spPr>
          <a:xfrm>
            <a:off x="180975" y="4686300"/>
            <a:ext cx="17430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125"/>
              </a:lnSpc>
            </a:pPr>
            <a:r>
              <a:rPr lang="en-US" sz="900" b="0" i="0" kern="0" spc="36" dirty="0" err="1">
                <a:solidFill>
                  <a:srgbClr val="FFFF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Sucursal</a:t>
            </a:r>
            <a:r>
              <a:rPr lang="en-US" sz="900" b="0" i="0" kern="0" spc="36" dirty="0">
                <a:solidFill>
                  <a:srgbClr val="FFFF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 3</a:t>
            </a:r>
            <a:endParaRPr lang="en-US" sz="900" dirty="0"/>
          </a:p>
        </p:txBody>
      </p:sp>
      <p:sp>
        <p:nvSpPr>
          <p:cNvPr id="22" name="Object21"/>
          <p:cNvSpPr/>
          <p:nvPr/>
        </p:nvSpPr>
        <p:spPr>
          <a:xfrm>
            <a:off x="180975" y="3457575"/>
            <a:ext cx="17430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125"/>
              </a:lnSpc>
            </a:pPr>
            <a:r>
              <a:rPr lang="en-US" sz="900" b="0" i="0" kern="0" spc="36" dirty="0" err="1">
                <a:solidFill>
                  <a:srgbClr val="FFFF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Sucursal</a:t>
            </a:r>
            <a:r>
              <a:rPr lang="en-US" sz="900" b="0" i="0" kern="0" spc="36" dirty="0">
                <a:solidFill>
                  <a:srgbClr val="FFFF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 2</a:t>
            </a:r>
            <a:endParaRPr lang="en-US" sz="900" dirty="0"/>
          </a:p>
        </p:txBody>
      </p:sp>
      <p:sp>
        <p:nvSpPr>
          <p:cNvPr id="23" name="Object22"/>
          <p:cNvSpPr/>
          <p:nvPr/>
        </p:nvSpPr>
        <p:spPr>
          <a:xfrm>
            <a:off x="180975" y="2228850"/>
            <a:ext cx="17430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125"/>
              </a:lnSpc>
            </a:pPr>
            <a:r>
              <a:rPr lang="en-US" sz="900" b="0" i="0" kern="0" spc="36" dirty="0">
                <a:solidFill>
                  <a:srgbClr val="FFFF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Matriz</a:t>
            </a:r>
            <a:endParaRPr lang="en-US" sz="900" dirty="0"/>
          </a:p>
        </p:txBody>
      </p:sp>
      <p:sp>
        <p:nvSpPr>
          <p:cNvPr id="24" name="Object23"/>
          <p:cNvSpPr/>
          <p:nvPr/>
        </p:nvSpPr>
        <p:spPr>
          <a:xfrm>
            <a:off x="5400675" y="1114425"/>
            <a:ext cx="2571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125"/>
              </a:lnSpc>
            </a:pPr>
            <a:r>
              <a:rPr lang="en-US" sz="900" b="1" i="0" dirty="0">
                <a:solidFill>
                  <a:srgbClr val="626262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Valor </a:t>
            </a:r>
            <a:r>
              <a:rPr lang="en-US" sz="900" b="1" i="0" dirty="0" err="1">
                <a:solidFill>
                  <a:srgbClr val="626262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promedio</a:t>
            </a:r>
            <a:r>
              <a:rPr lang="en-US" sz="900" b="1" i="0" dirty="0">
                <a:solidFill>
                  <a:srgbClr val="626262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 de </a:t>
            </a:r>
            <a:r>
              <a:rPr lang="en-US" sz="900" b="1" i="0" dirty="0" err="1">
                <a:solidFill>
                  <a:srgbClr val="626262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ventas</a:t>
            </a:r>
            <a:r>
              <a:rPr lang="en-US" sz="900" b="1" i="0" dirty="0">
                <a:solidFill>
                  <a:srgbClr val="626262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 </a:t>
            </a:r>
            <a:r>
              <a:rPr lang="en-US" sz="900" b="1" i="0" dirty="0" err="1">
                <a:solidFill>
                  <a:srgbClr val="626262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por</a:t>
            </a:r>
            <a:r>
              <a:rPr lang="en-US" sz="900" b="1" i="0" dirty="0">
                <a:solidFill>
                  <a:srgbClr val="626262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 tienda</a:t>
            </a:r>
            <a:endParaRPr lang="en-US" sz="900" dirty="0"/>
          </a:p>
        </p:txBody>
      </p:sp>
      <p:sp>
        <p:nvSpPr>
          <p:cNvPr id="25" name="Object24"/>
          <p:cNvSpPr/>
          <p:nvPr/>
        </p:nvSpPr>
        <p:spPr>
          <a:xfrm>
            <a:off x="8886825" y="1114425"/>
            <a:ext cx="2571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125"/>
              </a:lnSpc>
            </a:pPr>
            <a:r>
              <a:rPr lang="en-US" sz="900" b="1" i="0" dirty="0">
                <a:solidFill>
                  <a:srgbClr val="626262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Valor total de </a:t>
            </a:r>
            <a:r>
              <a:rPr lang="en-US" sz="900" b="1" i="0" dirty="0" err="1">
                <a:solidFill>
                  <a:srgbClr val="626262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ventas</a:t>
            </a:r>
            <a:r>
              <a:rPr lang="en-US" sz="900" b="1" i="0" dirty="0">
                <a:solidFill>
                  <a:srgbClr val="626262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 </a:t>
            </a:r>
            <a:r>
              <a:rPr lang="en-US" sz="900" b="1" i="0" dirty="0" err="1">
                <a:solidFill>
                  <a:srgbClr val="626262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por</a:t>
            </a:r>
            <a:r>
              <a:rPr lang="en-US" sz="900" b="1" i="0" dirty="0">
                <a:solidFill>
                  <a:srgbClr val="626262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 </a:t>
            </a:r>
            <a:r>
              <a:rPr lang="en-US" sz="900" b="1" i="0" dirty="0" err="1">
                <a:solidFill>
                  <a:srgbClr val="626262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mes</a:t>
            </a:r>
            <a:endParaRPr lang="en-US" sz="900" dirty="0"/>
          </a:p>
        </p:txBody>
      </p:sp>
      <p:sp>
        <p:nvSpPr>
          <p:cNvPr id="26" name="Object25"/>
          <p:cNvSpPr/>
          <p:nvPr/>
        </p:nvSpPr>
        <p:spPr>
          <a:xfrm>
            <a:off x="5400675" y="4000500"/>
            <a:ext cx="2571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125"/>
              </a:lnSpc>
            </a:pPr>
            <a:r>
              <a:rPr lang="en-US" sz="900" b="1" i="0" dirty="0" err="1">
                <a:solidFill>
                  <a:srgbClr val="626262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Produtos</a:t>
            </a:r>
            <a:r>
              <a:rPr lang="en-US" sz="900" b="1" i="0" dirty="0">
                <a:solidFill>
                  <a:srgbClr val="626262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 </a:t>
            </a:r>
            <a:r>
              <a:rPr lang="en-US" sz="900" b="1" dirty="0" err="1">
                <a:solidFill>
                  <a:srgbClr val="626262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más</a:t>
            </a:r>
            <a:r>
              <a:rPr lang="en-US" sz="900" b="1" i="0" dirty="0">
                <a:solidFill>
                  <a:srgbClr val="626262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 </a:t>
            </a:r>
            <a:r>
              <a:rPr lang="en-US" sz="900" b="1" i="0" dirty="0" err="1">
                <a:solidFill>
                  <a:srgbClr val="626262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vendidos</a:t>
            </a:r>
            <a:endParaRPr lang="en-US" sz="900" dirty="0"/>
          </a:p>
        </p:txBody>
      </p:sp>
      <p:sp>
        <p:nvSpPr>
          <p:cNvPr id="27" name="Object26"/>
          <p:cNvSpPr/>
          <p:nvPr/>
        </p:nvSpPr>
        <p:spPr>
          <a:xfrm>
            <a:off x="8886825" y="4000500"/>
            <a:ext cx="2571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125"/>
              </a:lnSpc>
            </a:pPr>
            <a:r>
              <a:rPr lang="en-US" sz="900" b="1" i="0" dirty="0">
                <a:solidFill>
                  <a:srgbClr val="626262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Mapa de </a:t>
            </a:r>
            <a:r>
              <a:rPr lang="en-US" sz="900" b="1" dirty="0" err="1">
                <a:solidFill>
                  <a:srgbClr val="626262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vent</a:t>
            </a:r>
            <a:r>
              <a:rPr lang="en-US" sz="900" b="1" i="0" dirty="0" err="1">
                <a:solidFill>
                  <a:srgbClr val="626262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as</a:t>
            </a:r>
            <a:endParaRPr lang="en-US" sz="900" dirty="0"/>
          </a:p>
        </p:txBody>
      </p:sp>
      <p:sp>
        <p:nvSpPr>
          <p:cNvPr id="28" name="Object27"/>
          <p:cNvSpPr/>
          <p:nvPr/>
        </p:nvSpPr>
        <p:spPr>
          <a:xfrm>
            <a:off x="2295525" y="4000500"/>
            <a:ext cx="2571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125"/>
              </a:lnSpc>
            </a:pPr>
            <a:r>
              <a:rPr lang="en-US" sz="900" b="1" i="0" dirty="0">
                <a:solidFill>
                  <a:srgbClr val="626262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Top 3 Vendedores </a:t>
            </a:r>
            <a:r>
              <a:rPr lang="en-US" sz="900" b="1" i="0" dirty="0" err="1">
                <a:solidFill>
                  <a:srgbClr val="626262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por</a:t>
            </a:r>
            <a:r>
              <a:rPr lang="en-US" sz="900" b="1" i="0" dirty="0">
                <a:solidFill>
                  <a:srgbClr val="626262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 </a:t>
            </a:r>
            <a:r>
              <a:rPr lang="en-US" sz="900" b="1" i="0" dirty="0" err="1">
                <a:solidFill>
                  <a:srgbClr val="626262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venta</a:t>
            </a:r>
            <a:endParaRPr lang="en-US" sz="900" dirty="0"/>
          </a:p>
        </p:txBody>
      </p:sp>
      <p:sp>
        <p:nvSpPr>
          <p:cNvPr id="29" name="Object28"/>
          <p:cNvSpPr/>
          <p:nvPr/>
        </p:nvSpPr>
        <p:spPr>
          <a:xfrm>
            <a:off x="2276475" y="1106979"/>
            <a:ext cx="2571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125"/>
              </a:lnSpc>
            </a:pPr>
            <a:r>
              <a:rPr lang="en-US" sz="900" b="1" i="0" dirty="0" err="1">
                <a:solidFill>
                  <a:srgbClr val="626262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Representación</a:t>
            </a:r>
            <a:r>
              <a:rPr lang="en-US" sz="900" b="1" i="0" dirty="0">
                <a:solidFill>
                  <a:srgbClr val="626262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 de </a:t>
            </a:r>
            <a:r>
              <a:rPr lang="en-US" sz="900" b="1" i="0" dirty="0" err="1">
                <a:solidFill>
                  <a:srgbClr val="626262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ventas</a:t>
            </a:r>
            <a:endParaRPr lang="en-US" sz="900" dirty="0"/>
          </a:p>
        </p:txBody>
      </p:sp>
      <p:pic>
        <p:nvPicPr>
          <p:cNvPr id="31" name="Imagen 30">
            <a:extLst>
              <a:ext uri="{FF2B5EF4-FFF2-40B4-BE49-F238E27FC236}">
                <a16:creationId xmlns:a16="http://schemas.microsoft.com/office/drawing/2014/main" id="{0F9411CE-6DFB-CE05-C105-6E2CBB97A295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15880" y="496530"/>
            <a:ext cx="1149707" cy="114970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5488</TotalTime>
  <Words>38</Words>
  <Application>Microsoft Office PowerPoint</Application>
  <PresentationFormat>Panorámica</PresentationFormat>
  <Paragraphs>12</Paragraphs>
  <Slides>1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6" baseType="lpstr">
      <vt:lpstr>Arial</vt:lpstr>
      <vt:lpstr>Montserrat Black</vt:lpstr>
      <vt:lpstr>Montserrat Bold</vt:lpstr>
      <vt:lpstr>Montserrat ExtraBold</vt:lpstr>
      <vt:lpstr>Office Theme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Zaira Hurtado Gonzalez</cp:lastModifiedBy>
  <cp:revision>4</cp:revision>
  <dcterms:created xsi:type="dcterms:W3CDTF">2021-10-03T14:59:14Z</dcterms:created>
  <dcterms:modified xsi:type="dcterms:W3CDTF">2024-04-01T19:03:42Z</dcterms:modified>
</cp:coreProperties>
</file>